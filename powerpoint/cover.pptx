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15238413" cy="10158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0502"/>
    <a:srgbClr val="D9936A"/>
    <a:srgbClr val="402312"/>
    <a:srgbClr val="F2D9BB"/>
    <a:srgbClr val="A69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0"/>
  </p:normalViewPr>
  <p:slideViewPr>
    <p:cSldViewPr snapToGrid="0" snapToObjects="1">
      <p:cViewPr>
        <p:scale>
          <a:sx n="57" d="100"/>
          <a:sy n="57" d="100"/>
        </p:scale>
        <p:origin x="912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CD465-FCA0-124D-8BF4-22DF791EDFC1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8F278-AEC9-3641-91F3-5FEBD6C3037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1427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98F278-AEC9-3641-91F3-5FEBD6C3037E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668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2881" y="1662500"/>
            <a:ext cx="12952651" cy="3536633"/>
          </a:xfrm>
        </p:spPr>
        <p:txBody>
          <a:bodyPr anchor="b"/>
          <a:lstStyle>
            <a:lvl1pPr algn="ctr">
              <a:defRPr sz="88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4802" y="5335519"/>
            <a:ext cx="11428810" cy="2452598"/>
          </a:xfrm>
        </p:spPr>
        <p:txBody>
          <a:bodyPr/>
          <a:lstStyle>
            <a:lvl1pPr marL="0" indent="0" algn="ctr">
              <a:buNone/>
              <a:defRPr sz="3555"/>
            </a:lvl1pPr>
            <a:lvl2pPr marL="677250" indent="0" algn="ctr">
              <a:buNone/>
              <a:defRPr sz="2963"/>
            </a:lvl2pPr>
            <a:lvl3pPr marL="1354501" indent="0" algn="ctr">
              <a:buNone/>
              <a:defRPr sz="2666"/>
            </a:lvl3pPr>
            <a:lvl4pPr marL="2031751" indent="0" algn="ctr">
              <a:buNone/>
              <a:defRPr sz="2370"/>
            </a:lvl4pPr>
            <a:lvl5pPr marL="2709001" indent="0" algn="ctr">
              <a:buNone/>
              <a:defRPr sz="2370"/>
            </a:lvl5pPr>
            <a:lvl6pPr marL="3386252" indent="0" algn="ctr">
              <a:buNone/>
              <a:defRPr sz="2370"/>
            </a:lvl6pPr>
            <a:lvl7pPr marL="4063502" indent="0" algn="ctr">
              <a:buNone/>
              <a:defRPr sz="2370"/>
            </a:lvl7pPr>
            <a:lvl8pPr marL="4740753" indent="0" algn="ctr">
              <a:buNone/>
              <a:defRPr sz="2370"/>
            </a:lvl8pPr>
            <a:lvl9pPr marL="5418003" indent="0" algn="ctr">
              <a:buNone/>
              <a:defRPr sz="237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19291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6148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705" y="2532552"/>
            <a:ext cx="13143131" cy="4225617"/>
          </a:xfrm>
        </p:spPr>
        <p:txBody>
          <a:bodyPr anchor="b"/>
          <a:lstStyle>
            <a:lvl1pPr>
              <a:defRPr sz="88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705" y="6798145"/>
            <a:ext cx="13143131" cy="2222152"/>
          </a:xfrm>
        </p:spPr>
        <p:txBody>
          <a:bodyPr/>
          <a:lstStyle>
            <a:lvl1pPr marL="0" indent="0">
              <a:buNone/>
              <a:defRPr sz="3555">
                <a:solidFill>
                  <a:schemeClr val="tx1"/>
                </a:solidFill>
              </a:defRPr>
            </a:lvl1pPr>
            <a:lvl2pPr marL="677250" indent="0">
              <a:buNone/>
              <a:defRPr sz="2963">
                <a:solidFill>
                  <a:schemeClr val="tx1">
                    <a:tint val="75000"/>
                  </a:schemeClr>
                </a:solidFill>
              </a:defRPr>
            </a:lvl2pPr>
            <a:lvl3pPr marL="1354501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3pPr>
            <a:lvl4pPr marL="2031751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4pPr>
            <a:lvl5pPr marL="2709001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5pPr>
            <a:lvl6pPr marL="3386252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6pPr>
            <a:lvl7pPr marL="4063502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7pPr>
            <a:lvl8pPr marL="4740753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8pPr>
            <a:lvl9pPr marL="5418003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1976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7641" y="2704207"/>
            <a:ext cx="6476326" cy="64454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14446" y="2704207"/>
            <a:ext cx="6476326" cy="64454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28041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626" y="540844"/>
            <a:ext cx="13143131" cy="196349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9627" y="2490223"/>
            <a:ext cx="6446562" cy="1220420"/>
          </a:xfrm>
        </p:spPr>
        <p:txBody>
          <a:bodyPr anchor="b"/>
          <a:lstStyle>
            <a:lvl1pPr marL="0" indent="0">
              <a:buNone/>
              <a:defRPr sz="3555" b="1"/>
            </a:lvl1pPr>
            <a:lvl2pPr marL="677250" indent="0">
              <a:buNone/>
              <a:defRPr sz="2963" b="1"/>
            </a:lvl2pPr>
            <a:lvl3pPr marL="1354501" indent="0">
              <a:buNone/>
              <a:defRPr sz="2666" b="1"/>
            </a:lvl3pPr>
            <a:lvl4pPr marL="2031751" indent="0">
              <a:buNone/>
              <a:defRPr sz="2370" b="1"/>
            </a:lvl4pPr>
            <a:lvl5pPr marL="2709001" indent="0">
              <a:buNone/>
              <a:defRPr sz="2370" b="1"/>
            </a:lvl5pPr>
            <a:lvl6pPr marL="3386252" indent="0">
              <a:buNone/>
              <a:defRPr sz="2370" b="1"/>
            </a:lvl6pPr>
            <a:lvl7pPr marL="4063502" indent="0">
              <a:buNone/>
              <a:defRPr sz="2370" b="1"/>
            </a:lvl7pPr>
            <a:lvl8pPr marL="4740753" indent="0">
              <a:buNone/>
              <a:defRPr sz="2370" b="1"/>
            </a:lvl8pPr>
            <a:lvl9pPr marL="5418003" indent="0">
              <a:buNone/>
              <a:defRPr sz="237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9627" y="3710643"/>
            <a:ext cx="6446562" cy="545779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14448" y="2490223"/>
            <a:ext cx="6478310" cy="1220420"/>
          </a:xfrm>
        </p:spPr>
        <p:txBody>
          <a:bodyPr anchor="b"/>
          <a:lstStyle>
            <a:lvl1pPr marL="0" indent="0">
              <a:buNone/>
              <a:defRPr sz="3555" b="1"/>
            </a:lvl1pPr>
            <a:lvl2pPr marL="677250" indent="0">
              <a:buNone/>
              <a:defRPr sz="2963" b="1"/>
            </a:lvl2pPr>
            <a:lvl3pPr marL="1354501" indent="0">
              <a:buNone/>
              <a:defRPr sz="2666" b="1"/>
            </a:lvl3pPr>
            <a:lvl4pPr marL="2031751" indent="0">
              <a:buNone/>
              <a:defRPr sz="2370" b="1"/>
            </a:lvl4pPr>
            <a:lvl5pPr marL="2709001" indent="0">
              <a:buNone/>
              <a:defRPr sz="2370" b="1"/>
            </a:lvl5pPr>
            <a:lvl6pPr marL="3386252" indent="0">
              <a:buNone/>
              <a:defRPr sz="2370" b="1"/>
            </a:lvl6pPr>
            <a:lvl7pPr marL="4063502" indent="0">
              <a:buNone/>
              <a:defRPr sz="2370" b="1"/>
            </a:lvl7pPr>
            <a:lvl8pPr marL="4740753" indent="0">
              <a:buNone/>
              <a:defRPr sz="2370" b="1"/>
            </a:lvl8pPr>
            <a:lvl9pPr marL="5418003" indent="0">
              <a:buNone/>
              <a:defRPr sz="237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14448" y="3710643"/>
            <a:ext cx="6478310" cy="545779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67421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73575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10109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626" y="677228"/>
            <a:ext cx="4914785" cy="2370296"/>
          </a:xfrm>
        </p:spPr>
        <p:txBody>
          <a:bodyPr anchor="b"/>
          <a:lstStyle>
            <a:lvl1pPr>
              <a:defRPr sz="47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8310" y="1462626"/>
            <a:ext cx="7714447" cy="7219057"/>
          </a:xfrm>
        </p:spPr>
        <p:txBody>
          <a:bodyPr/>
          <a:lstStyle>
            <a:lvl1pPr>
              <a:defRPr sz="4740"/>
            </a:lvl1pPr>
            <a:lvl2pPr>
              <a:defRPr sz="4148"/>
            </a:lvl2pPr>
            <a:lvl3pPr>
              <a:defRPr sz="3555"/>
            </a:lvl3pPr>
            <a:lvl4pPr>
              <a:defRPr sz="2963"/>
            </a:lvl4pPr>
            <a:lvl5pPr>
              <a:defRPr sz="2963"/>
            </a:lvl5pPr>
            <a:lvl6pPr>
              <a:defRPr sz="2963"/>
            </a:lvl6pPr>
            <a:lvl7pPr>
              <a:defRPr sz="2963"/>
            </a:lvl7pPr>
            <a:lvl8pPr>
              <a:defRPr sz="2963"/>
            </a:lvl8pPr>
            <a:lvl9pPr>
              <a:defRPr sz="29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9626" y="3047524"/>
            <a:ext cx="4914785" cy="5645915"/>
          </a:xfrm>
        </p:spPr>
        <p:txBody>
          <a:bodyPr/>
          <a:lstStyle>
            <a:lvl1pPr marL="0" indent="0">
              <a:buNone/>
              <a:defRPr sz="2370"/>
            </a:lvl1pPr>
            <a:lvl2pPr marL="677250" indent="0">
              <a:buNone/>
              <a:defRPr sz="2074"/>
            </a:lvl2pPr>
            <a:lvl3pPr marL="1354501" indent="0">
              <a:buNone/>
              <a:defRPr sz="1778"/>
            </a:lvl3pPr>
            <a:lvl4pPr marL="2031751" indent="0">
              <a:buNone/>
              <a:defRPr sz="1481"/>
            </a:lvl4pPr>
            <a:lvl5pPr marL="2709001" indent="0">
              <a:buNone/>
              <a:defRPr sz="1481"/>
            </a:lvl5pPr>
            <a:lvl6pPr marL="3386252" indent="0">
              <a:buNone/>
              <a:defRPr sz="1481"/>
            </a:lvl6pPr>
            <a:lvl7pPr marL="4063502" indent="0">
              <a:buNone/>
              <a:defRPr sz="1481"/>
            </a:lvl7pPr>
            <a:lvl8pPr marL="4740753" indent="0">
              <a:buNone/>
              <a:defRPr sz="1481"/>
            </a:lvl8pPr>
            <a:lvl9pPr marL="5418003" indent="0">
              <a:buNone/>
              <a:defRPr sz="148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8918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626" y="677228"/>
            <a:ext cx="4914785" cy="2370296"/>
          </a:xfrm>
        </p:spPr>
        <p:txBody>
          <a:bodyPr anchor="b"/>
          <a:lstStyle>
            <a:lvl1pPr>
              <a:defRPr sz="47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78310" y="1462626"/>
            <a:ext cx="7714447" cy="7219057"/>
          </a:xfrm>
        </p:spPr>
        <p:txBody>
          <a:bodyPr anchor="t"/>
          <a:lstStyle>
            <a:lvl1pPr marL="0" indent="0">
              <a:buNone/>
              <a:defRPr sz="4740"/>
            </a:lvl1pPr>
            <a:lvl2pPr marL="677250" indent="0">
              <a:buNone/>
              <a:defRPr sz="4148"/>
            </a:lvl2pPr>
            <a:lvl3pPr marL="1354501" indent="0">
              <a:buNone/>
              <a:defRPr sz="3555"/>
            </a:lvl3pPr>
            <a:lvl4pPr marL="2031751" indent="0">
              <a:buNone/>
              <a:defRPr sz="2963"/>
            </a:lvl4pPr>
            <a:lvl5pPr marL="2709001" indent="0">
              <a:buNone/>
              <a:defRPr sz="2963"/>
            </a:lvl5pPr>
            <a:lvl6pPr marL="3386252" indent="0">
              <a:buNone/>
              <a:defRPr sz="2963"/>
            </a:lvl6pPr>
            <a:lvl7pPr marL="4063502" indent="0">
              <a:buNone/>
              <a:defRPr sz="2963"/>
            </a:lvl7pPr>
            <a:lvl8pPr marL="4740753" indent="0">
              <a:buNone/>
              <a:defRPr sz="2963"/>
            </a:lvl8pPr>
            <a:lvl9pPr marL="5418003" indent="0">
              <a:buNone/>
              <a:defRPr sz="296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9626" y="3047524"/>
            <a:ext cx="4914785" cy="5645915"/>
          </a:xfrm>
        </p:spPr>
        <p:txBody>
          <a:bodyPr/>
          <a:lstStyle>
            <a:lvl1pPr marL="0" indent="0">
              <a:buNone/>
              <a:defRPr sz="2370"/>
            </a:lvl1pPr>
            <a:lvl2pPr marL="677250" indent="0">
              <a:buNone/>
              <a:defRPr sz="2074"/>
            </a:lvl2pPr>
            <a:lvl3pPr marL="1354501" indent="0">
              <a:buNone/>
              <a:defRPr sz="1778"/>
            </a:lvl3pPr>
            <a:lvl4pPr marL="2031751" indent="0">
              <a:buNone/>
              <a:defRPr sz="1481"/>
            </a:lvl4pPr>
            <a:lvl5pPr marL="2709001" indent="0">
              <a:buNone/>
              <a:defRPr sz="1481"/>
            </a:lvl5pPr>
            <a:lvl6pPr marL="3386252" indent="0">
              <a:buNone/>
              <a:defRPr sz="1481"/>
            </a:lvl6pPr>
            <a:lvl7pPr marL="4063502" indent="0">
              <a:buNone/>
              <a:defRPr sz="1481"/>
            </a:lvl7pPr>
            <a:lvl8pPr marL="4740753" indent="0">
              <a:buNone/>
              <a:defRPr sz="1481"/>
            </a:lvl8pPr>
            <a:lvl9pPr marL="5418003" indent="0">
              <a:buNone/>
              <a:defRPr sz="148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38953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4364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04990" y="540842"/>
            <a:ext cx="3285783" cy="860878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7642" y="540842"/>
            <a:ext cx="9666868" cy="860878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68234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7641" y="540844"/>
            <a:ext cx="13143131" cy="1963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7641" y="2704207"/>
            <a:ext cx="13143131" cy="6445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7641" y="9415346"/>
            <a:ext cx="3428643" cy="540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47725" y="9415346"/>
            <a:ext cx="5142964" cy="540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2129" y="9415346"/>
            <a:ext cx="3428643" cy="540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18420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4501" rtl="0" eaLnBrk="1" latinLnBrk="0" hangingPunct="1">
        <a:lnSpc>
          <a:spcPct val="90000"/>
        </a:lnSpc>
        <a:spcBef>
          <a:spcPct val="0"/>
        </a:spcBef>
        <a:buNone/>
        <a:defRPr sz="65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8625" indent="-338625" algn="l" defTabSz="1354501" rtl="0" eaLnBrk="1" latinLnBrk="0" hangingPunct="1">
        <a:lnSpc>
          <a:spcPct val="90000"/>
        </a:lnSpc>
        <a:spcBef>
          <a:spcPts val="1481"/>
        </a:spcBef>
        <a:buFont typeface="Arial" panose="020B0604020202020204" pitchFamily="34" charset="0"/>
        <a:buChar char="•"/>
        <a:defRPr sz="4148" kern="1200">
          <a:solidFill>
            <a:schemeClr val="tx1"/>
          </a:solidFill>
          <a:latin typeface="+mn-lt"/>
          <a:ea typeface="+mn-ea"/>
          <a:cs typeface="+mn-cs"/>
        </a:defRPr>
      </a:lvl1pPr>
      <a:lvl2pPr marL="1015876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2pPr>
      <a:lvl3pPr marL="1693126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2963" kern="1200">
          <a:solidFill>
            <a:schemeClr val="tx1"/>
          </a:solidFill>
          <a:latin typeface="+mn-lt"/>
          <a:ea typeface="+mn-ea"/>
          <a:cs typeface="+mn-cs"/>
        </a:defRPr>
      </a:lvl3pPr>
      <a:lvl4pPr marL="2370376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4pPr>
      <a:lvl5pPr marL="3047627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5pPr>
      <a:lvl6pPr marL="3724877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4402127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5079378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756628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1pPr>
      <a:lvl2pPr marL="677250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2pPr>
      <a:lvl3pPr marL="1354501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3pPr>
      <a:lvl4pPr marL="2031751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4pPr>
      <a:lvl5pPr marL="2709001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5pPr>
      <a:lvl6pPr marL="3386252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4063502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740753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418003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9D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035190-450A-B4F0-E8D3-05D7C2BDB7CA}"/>
              </a:ext>
            </a:extLst>
          </p:cNvPr>
          <p:cNvSpPr txBox="1"/>
          <p:nvPr/>
        </p:nvSpPr>
        <p:spPr>
          <a:xfrm>
            <a:off x="5321141" y="3233654"/>
            <a:ext cx="4596130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4400" dirty="0"/>
              <a:t>📱</a:t>
            </a:r>
            <a:endParaRPr kumimoji="1" lang="ko-Kore-KR" altLang="en-US" sz="34400" dirty="0"/>
          </a:p>
        </p:txBody>
      </p:sp>
    </p:spTree>
    <p:extLst>
      <p:ext uri="{BB962C8B-B14F-4D97-AF65-F5344CB8AC3E}">
        <p14:creationId xmlns:p14="http://schemas.microsoft.com/office/powerpoint/2010/main" val="124040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9D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035190-450A-B4F0-E8D3-05D7C2BDB7CA}"/>
              </a:ext>
            </a:extLst>
          </p:cNvPr>
          <p:cNvSpPr txBox="1"/>
          <p:nvPr/>
        </p:nvSpPr>
        <p:spPr>
          <a:xfrm>
            <a:off x="5686625" y="3501282"/>
            <a:ext cx="3865161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28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🕘</a:t>
            </a:r>
            <a:endParaRPr kumimoji="1" lang="ko-Kore-KR" altLang="en-US" sz="3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3708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9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112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23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D75EA1-8CF1-4FD3-6CFC-C8BEC2651822}"/>
              </a:ext>
            </a:extLst>
          </p:cNvPr>
          <p:cNvSpPr txBox="1"/>
          <p:nvPr/>
        </p:nvSpPr>
        <p:spPr>
          <a:xfrm>
            <a:off x="5686625" y="3501282"/>
            <a:ext cx="3865161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28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🕘</a:t>
            </a:r>
            <a:endParaRPr kumimoji="1" lang="ko-Kore-KR" altLang="en-US" sz="3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606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93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621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05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4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</TotalTime>
  <Words>4</Words>
  <Application>Microsoft Macintosh PowerPoint</Application>
  <PresentationFormat>사용자 지정</PresentationFormat>
  <Paragraphs>4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User</dc:creator>
  <cp:lastModifiedBy>Microsoft Office User</cp:lastModifiedBy>
  <cp:revision>1</cp:revision>
  <dcterms:created xsi:type="dcterms:W3CDTF">2022-07-02T06:01:14Z</dcterms:created>
  <dcterms:modified xsi:type="dcterms:W3CDTF">2022-07-02T08:31:15Z</dcterms:modified>
</cp:coreProperties>
</file>