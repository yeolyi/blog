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</p:sldIdLst>
  <p:sldSz cx="15238413" cy="10158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8A91"/>
    <a:srgbClr val="212A2E"/>
    <a:srgbClr val="333333"/>
    <a:srgbClr val="FFFFFF"/>
    <a:srgbClr val="F0AD5F"/>
    <a:srgbClr val="E08149"/>
    <a:srgbClr val="AE5633"/>
    <a:srgbClr val="5E3124"/>
    <a:srgbClr val="260502"/>
    <a:srgbClr val="D99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6"/>
  </p:normalViewPr>
  <p:slideViewPr>
    <p:cSldViewPr snapToGrid="0" snapToObjects="1">
      <p:cViewPr>
        <p:scale>
          <a:sx n="44" d="100"/>
          <a:sy n="44" d="100"/>
        </p:scale>
        <p:origin x="2112" y="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CD465-FCA0-124D-8BF4-22DF791EDFC1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8F278-AEC9-3641-91F3-5FEBD6C3037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1427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881" y="1662500"/>
            <a:ext cx="12952651" cy="3536633"/>
          </a:xfrm>
        </p:spPr>
        <p:txBody>
          <a:bodyPr anchor="b"/>
          <a:lstStyle>
            <a:lvl1pPr algn="ctr">
              <a:defRPr sz="88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4802" y="5335519"/>
            <a:ext cx="11428810" cy="2452598"/>
          </a:xfrm>
        </p:spPr>
        <p:txBody>
          <a:bodyPr/>
          <a:lstStyle>
            <a:lvl1pPr marL="0" indent="0" algn="ctr">
              <a:buNone/>
              <a:defRPr sz="3555"/>
            </a:lvl1pPr>
            <a:lvl2pPr marL="677250" indent="0" algn="ctr">
              <a:buNone/>
              <a:defRPr sz="2963"/>
            </a:lvl2pPr>
            <a:lvl3pPr marL="1354501" indent="0" algn="ctr">
              <a:buNone/>
              <a:defRPr sz="2666"/>
            </a:lvl3pPr>
            <a:lvl4pPr marL="2031751" indent="0" algn="ctr">
              <a:buNone/>
              <a:defRPr sz="2370"/>
            </a:lvl4pPr>
            <a:lvl5pPr marL="2709001" indent="0" algn="ctr">
              <a:buNone/>
              <a:defRPr sz="2370"/>
            </a:lvl5pPr>
            <a:lvl6pPr marL="3386252" indent="0" algn="ctr">
              <a:buNone/>
              <a:defRPr sz="2370"/>
            </a:lvl6pPr>
            <a:lvl7pPr marL="4063502" indent="0" algn="ctr">
              <a:buNone/>
              <a:defRPr sz="2370"/>
            </a:lvl7pPr>
            <a:lvl8pPr marL="4740753" indent="0" algn="ctr">
              <a:buNone/>
              <a:defRPr sz="2370"/>
            </a:lvl8pPr>
            <a:lvl9pPr marL="5418003" indent="0" algn="ctr">
              <a:buNone/>
              <a:defRPr sz="237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1929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6148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705" y="2532552"/>
            <a:ext cx="13143131" cy="4225617"/>
          </a:xfrm>
        </p:spPr>
        <p:txBody>
          <a:bodyPr anchor="b"/>
          <a:lstStyle>
            <a:lvl1pPr>
              <a:defRPr sz="88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705" y="6798145"/>
            <a:ext cx="13143131" cy="2222152"/>
          </a:xfrm>
        </p:spPr>
        <p:txBody>
          <a:bodyPr/>
          <a:lstStyle>
            <a:lvl1pPr marL="0" indent="0">
              <a:buNone/>
              <a:defRPr sz="3555">
                <a:solidFill>
                  <a:schemeClr val="tx1"/>
                </a:solidFill>
              </a:defRPr>
            </a:lvl1pPr>
            <a:lvl2pPr marL="677250" indent="0">
              <a:buNone/>
              <a:defRPr sz="2963">
                <a:solidFill>
                  <a:schemeClr val="tx1">
                    <a:tint val="75000"/>
                  </a:schemeClr>
                </a:solidFill>
              </a:defRPr>
            </a:lvl2pPr>
            <a:lvl3pPr marL="1354501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3pPr>
            <a:lvl4pPr marL="2031751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4pPr>
            <a:lvl5pPr marL="2709001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5pPr>
            <a:lvl6pPr marL="3386252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6pPr>
            <a:lvl7pPr marL="4063502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7pPr>
            <a:lvl8pPr marL="4740753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8pPr>
            <a:lvl9pPr marL="5418003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1976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641" y="2704207"/>
            <a:ext cx="6476326" cy="64454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14446" y="2704207"/>
            <a:ext cx="6476326" cy="64454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28041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626" y="540844"/>
            <a:ext cx="13143131" cy="196349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9627" y="2490223"/>
            <a:ext cx="6446562" cy="1220420"/>
          </a:xfrm>
        </p:spPr>
        <p:txBody>
          <a:bodyPr anchor="b"/>
          <a:lstStyle>
            <a:lvl1pPr marL="0" indent="0">
              <a:buNone/>
              <a:defRPr sz="3555" b="1"/>
            </a:lvl1pPr>
            <a:lvl2pPr marL="677250" indent="0">
              <a:buNone/>
              <a:defRPr sz="2963" b="1"/>
            </a:lvl2pPr>
            <a:lvl3pPr marL="1354501" indent="0">
              <a:buNone/>
              <a:defRPr sz="2666" b="1"/>
            </a:lvl3pPr>
            <a:lvl4pPr marL="2031751" indent="0">
              <a:buNone/>
              <a:defRPr sz="2370" b="1"/>
            </a:lvl4pPr>
            <a:lvl5pPr marL="2709001" indent="0">
              <a:buNone/>
              <a:defRPr sz="2370" b="1"/>
            </a:lvl5pPr>
            <a:lvl6pPr marL="3386252" indent="0">
              <a:buNone/>
              <a:defRPr sz="2370" b="1"/>
            </a:lvl6pPr>
            <a:lvl7pPr marL="4063502" indent="0">
              <a:buNone/>
              <a:defRPr sz="2370" b="1"/>
            </a:lvl7pPr>
            <a:lvl8pPr marL="4740753" indent="0">
              <a:buNone/>
              <a:defRPr sz="2370" b="1"/>
            </a:lvl8pPr>
            <a:lvl9pPr marL="5418003" indent="0">
              <a:buNone/>
              <a:defRPr sz="237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9627" y="3710643"/>
            <a:ext cx="6446562" cy="545779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14448" y="2490223"/>
            <a:ext cx="6478310" cy="1220420"/>
          </a:xfrm>
        </p:spPr>
        <p:txBody>
          <a:bodyPr anchor="b"/>
          <a:lstStyle>
            <a:lvl1pPr marL="0" indent="0">
              <a:buNone/>
              <a:defRPr sz="3555" b="1"/>
            </a:lvl1pPr>
            <a:lvl2pPr marL="677250" indent="0">
              <a:buNone/>
              <a:defRPr sz="2963" b="1"/>
            </a:lvl2pPr>
            <a:lvl3pPr marL="1354501" indent="0">
              <a:buNone/>
              <a:defRPr sz="2666" b="1"/>
            </a:lvl3pPr>
            <a:lvl4pPr marL="2031751" indent="0">
              <a:buNone/>
              <a:defRPr sz="2370" b="1"/>
            </a:lvl4pPr>
            <a:lvl5pPr marL="2709001" indent="0">
              <a:buNone/>
              <a:defRPr sz="2370" b="1"/>
            </a:lvl5pPr>
            <a:lvl6pPr marL="3386252" indent="0">
              <a:buNone/>
              <a:defRPr sz="2370" b="1"/>
            </a:lvl6pPr>
            <a:lvl7pPr marL="4063502" indent="0">
              <a:buNone/>
              <a:defRPr sz="2370" b="1"/>
            </a:lvl7pPr>
            <a:lvl8pPr marL="4740753" indent="0">
              <a:buNone/>
              <a:defRPr sz="2370" b="1"/>
            </a:lvl8pPr>
            <a:lvl9pPr marL="5418003" indent="0">
              <a:buNone/>
              <a:defRPr sz="237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14448" y="3710643"/>
            <a:ext cx="6478310" cy="545779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67421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73575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10109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626" y="677228"/>
            <a:ext cx="4914785" cy="2370296"/>
          </a:xfrm>
        </p:spPr>
        <p:txBody>
          <a:bodyPr anchor="b"/>
          <a:lstStyle>
            <a:lvl1pPr>
              <a:defRPr sz="47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8310" y="1462626"/>
            <a:ext cx="7714447" cy="7219057"/>
          </a:xfrm>
        </p:spPr>
        <p:txBody>
          <a:bodyPr/>
          <a:lstStyle>
            <a:lvl1pPr>
              <a:defRPr sz="4740"/>
            </a:lvl1pPr>
            <a:lvl2pPr>
              <a:defRPr sz="4148"/>
            </a:lvl2pPr>
            <a:lvl3pPr>
              <a:defRPr sz="3555"/>
            </a:lvl3pPr>
            <a:lvl4pPr>
              <a:defRPr sz="2963"/>
            </a:lvl4pPr>
            <a:lvl5pPr>
              <a:defRPr sz="2963"/>
            </a:lvl5pPr>
            <a:lvl6pPr>
              <a:defRPr sz="2963"/>
            </a:lvl6pPr>
            <a:lvl7pPr>
              <a:defRPr sz="2963"/>
            </a:lvl7pPr>
            <a:lvl8pPr>
              <a:defRPr sz="2963"/>
            </a:lvl8pPr>
            <a:lvl9pPr>
              <a:defRPr sz="29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9626" y="3047524"/>
            <a:ext cx="4914785" cy="5645915"/>
          </a:xfrm>
        </p:spPr>
        <p:txBody>
          <a:bodyPr/>
          <a:lstStyle>
            <a:lvl1pPr marL="0" indent="0">
              <a:buNone/>
              <a:defRPr sz="2370"/>
            </a:lvl1pPr>
            <a:lvl2pPr marL="677250" indent="0">
              <a:buNone/>
              <a:defRPr sz="2074"/>
            </a:lvl2pPr>
            <a:lvl3pPr marL="1354501" indent="0">
              <a:buNone/>
              <a:defRPr sz="1778"/>
            </a:lvl3pPr>
            <a:lvl4pPr marL="2031751" indent="0">
              <a:buNone/>
              <a:defRPr sz="1481"/>
            </a:lvl4pPr>
            <a:lvl5pPr marL="2709001" indent="0">
              <a:buNone/>
              <a:defRPr sz="1481"/>
            </a:lvl5pPr>
            <a:lvl6pPr marL="3386252" indent="0">
              <a:buNone/>
              <a:defRPr sz="1481"/>
            </a:lvl6pPr>
            <a:lvl7pPr marL="4063502" indent="0">
              <a:buNone/>
              <a:defRPr sz="1481"/>
            </a:lvl7pPr>
            <a:lvl8pPr marL="4740753" indent="0">
              <a:buNone/>
              <a:defRPr sz="1481"/>
            </a:lvl8pPr>
            <a:lvl9pPr marL="5418003" indent="0">
              <a:buNone/>
              <a:defRPr sz="148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8918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626" y="677228"/>
            <a:ext cx="4914785" cy="2370296"/>
          </a:xfrm>
        </p:spPr>
        <p:txBody>
          <a:bodyPr anchor="b"/>
          <a:lstStyle>
            <a:lvl1pPr>
              <a:defRPr sz="47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78310" y="1462626"/>
            <a:ext cx="7714447" cy="7219057"/>
          </a:xfrm>
        </p:spPr>
        <p:txBody>
          <a:bodyPr anchor="t"/>
          <a:lstStyle>
            <a:lvl1pPr marL="0" indent="0">
              <a:buNone/>
              <a:defRPr sz="4740"/>
            </a:lvl1pPr>
            <a:lvl2pPr marL="677250" indent="0">
              <a:buNone/>
              <a:defRPr sz="4148"/>
            </a:lvl2pPr>
            <a:lvl3pPr marL="1354501" indent="0">
              <a:buNone/>
              <a:defRPr sz="3555"/>
            </a:lvl3pPr>
            <a:lvl4pPr marL="2031751" indent="0">
              <a:buNone/>
              <a:defRPr sz="2963"/>
            </a:lvl4pPr>
            <a:lvl5pPr marL="2709001" indent="0">
              <a:buNone/>
              <a:defRPr sz="2963"/>
            </a:lvl5pPr>
            <a:lvl6pPr marL="3386252" indent="0">
              <a:buNone/>
              <a:defRPr sz="2963"/>
            </a:lvl6pPr>
            <a:lvl7pPr marL="4063502" indent="0">
              <a:buNone/>
              <a:defRPr sz="2963"/>
            </a:lvl7pPr>
            <a:lvl8pPr marL="4740753" indent="0">
              <a:buNone/>
              <a:defRPr sz="2963"/>
            </a:lvl8pPr>
            <a:lvl9pPr marL="5418003" indent="0">
              <a:buNone/>
              <a:defRPr sz="296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9626" y="3047524"/>
            <a:ext cx="4914785" cy="5645915"/>
          </a:xfrm>
        </p:spPr>
        <p:txBody>
          <a:bodyPr/>
          <a:lstStyle>
            <a:lvl1pPr marL="0" indent="0">
              <a:buNone/>
              <a:defRPr sz="2370"/>
            </a:lvl1pPr>
            <a:lvl2pPr marL="677250" indent="0">
              <a:buNone/>
              <a:defRPr sz="2074"/>
            </a:lvl2pPr>
            <a:lvl3pPr marL="1354501" indent="0">
              <a:buNone/>
              <a:defRPr sz="1778"/>
            </a:lvl3pPr>
            <a:lvl4pPr marL="2031751" indent="0">
              <a:buNone/>
              <a:defRPr sz="1481"/>
            </a:lvl4pPr>
            <a:lvl5pPr marL="2709001" indent="0">
              <a:buNone/>
              <a:defRPr sz="1481"/>
            </a:lvl5pPr>
            <a:lvl6pPr marL="3386252" indent="0">
              <a:buNone/>
              <a:defRPr sz="1481"/>
            </a:lvl6pPr>
            <a:lvl7pPr marL="4063502" indent="0">
              <a:buNone/>
              <a:defRPr sz="1481"/>
            </a:lvl7pPr>
            <a:lvl8pPr marL="4740753" indent="0">
              <a:buNone/>
              <a:defRPr sz="1481"/>
            </a:lvl8pPr>
            <a:lvl9pPr marL="5418003" indent="0">
              <a:buNone/>
              <a:defRPr sz="148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38953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4364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04990" y="540842"/>
            <a:ext cx="3285783" cy="860878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642" y="540842"/>
            <a:ext cx="9666868" cy="860878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68234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7641" y="540844"/>
            <a:ext cx="13143131" cy="1963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7641" y="2704207"/>
            <a:ext cx="13143131" cy="6445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7641" y="9415346"/>
            <a:ext cx="3428643" cy="540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A0B5C-10CD-9146-BCE8-C7C9A4D06DB5}" type="datetimeFigureOut">
              <a:rPr kumimoji="1" lang="ko-Kore-KR" altLang="en-US" smtClean="0"/>
              <a:t>2022. 7. 2.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47725" y="9415346"/>
            <a:ext cx="5142964" cy="540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2129" y="9415346"/>
            <a:ext cx="3428643" cy="540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5C99A-9271-CE4A-8141-F64974B0CF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18420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4501" rtl="0" eaLnBrk="1" latinLnBrk="0" hangingPunct="1">
        <a:lnSpc>
          <a:spcPct val="90000"/>
        </a:lnSpc>
        <a:spcBef>
          <a:spcPct val="0"/>
        </a:spcBef>
        <a:buNone/>
        <a:defRPr sz="65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8625" indent="-338625" algn="l" defTabSz="1354501" rtl="0" eaLnBrk="1" latinLnBrk="0" hangingPunct="1">
        <a:lnSpc>
          <a:spcPct val="90000"/>
        </a:lnSpc>
        <a:spcBef>
          <a:spcPts val="1481"/>
        </a:spcBef>
        <a:buFont typeface="Arial" panose="020B0604020202020204" pitchFamily="34" charset="0"/>
        <a:buChar char="•"/>
        <a:defRPr sz="4148" kern="1200">
          <a:solidFill>
            <a:schemeClr val="tx1"/>
          </a:solidFill>
          <a:latin typeface="+mn-lt"/>
          <a:ea typeface="+mn-ea"/>
          <a:cs typeface="+mn-cs"/>
        </a:defRPr>
      </a:lvl1pPr>
      <a:lvl2pPr marL="1015876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2pPr>
      <a:lvl3pPr marL="1693126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963" kern="1200">
          <a:solidFill>
            <a:schemeClr val="tx1"/>
          </a:solidFill>
          <a:latin typeface="+mn-lt"/>
          <a:ea typeface="+mn-ea"/>
          <a:cs typeface="+mn-cs"/>
        </a:defRPr>
      </a:lvl3pPr>
      <a:lvl4pPr marL="2370376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3047627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3724877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4402127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5079378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756628" indent="-338625" algn="l" defTabSz="1354501" rtl="0" eaLnBrk="1" latinLnBrk="0" hangingPunct="1">
        <a:lnSpc>
          <a:spcPct val="90000"/>
        </a:lnSpc>
        <a:spcBef>
          <a:spcPts val="741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1pPr>
      <a:lvl2pPr marL="677250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2pPr>
      <a:lvl3pPr marL="1354501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3pPr>
      <a:lvl4pPr marL="2031751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2709001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3386252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4063502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740753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418003" algn="l" defTabSz="1354501" rtl="0" eaLnBrk="1" latinLnBrk="0" hangingPunct="1"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3A94DF4D-1898-2FA4-1691-565247F69E87}"/>
              </a:ext>
            </a:extLst>
          </p:cNvPr>
          <p:cNvGrpSpPr/>
          <p:nvPr/>
        </p:nvGrpSpPr>
        <p:grpSpPr>
          <a:xfrm>
            <a:off x="4536719" y="2453178"/>
            <a:ext cx="6798015" cy="6447919"/>
            <a:chOff x="4656609" y="2593855"/>
            <a:chExt cx="6798015" cy="64479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2215F13-D483-556E-9027-BAD6F1E912B8}"/>
                </a:ext>
              </a:extLst>
            </p:cNvPr>
            <p:cNvSpPr txBox="1"/>
            <p:nvPr/>
          </p:nvSpPr>
          <p:spPr>
            <a:xfrm>
              <a:off x="4656609" y="2593855"/>
              <a:ext cx="5480988" cy="6447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sz="41300" dirty="0"/>
                <a:t>🖥</a:t>
              </a:r>
              <a:endParaRPr kumimoji="1" lang="ko-Kore-KR" altLang="en-US" sz="413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035190-450A-B4F0-E8D3-05D7C2BDB7CA}"/>
                </a:ext>
              </a:extLst>
            </p:cNvPr>
            <p:cNvSpPr txBox="1"/>
            <p:nvPr/>
          </p:nvSpPr>
          <p:spPr>
            <a:xfrm>
              <a:off x="8205016" y="4833021"/>
              <a:ext cx="3249608" cy="37702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sz="23900" dirty="0"/>
                <a:t>📱</a:t>
              </a:r>
              <a:endParaRPr kumimoji="1" lang="ko-Kore-KR" altLang="en-US" sz="23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4040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F8A67F-843A-106B-8CC6-95717AA80E16}"/>
              </a:ext>
            </a:extLst>
          </p:cNvPr>
          <p:cNvSpPr txBox="1"/>
          <p:nvPr/>
        </p:nvSpPr>
        <p:spPr>
          <a:xfrm>
            <a:off x="5144409" y="2078384"/>
            <a:ext cx="494959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ko-Kore-KR" sz="9600" spc="600" dirty="0">
                <a:solidFill>
                  <a:schemeClr val="bg1">
                    <a:lumMod val="95000"/>
                  </a:schemeClr>
                </a:solidFill>
                <a:latin typeface="Fira Code Medium" pitchFamily="49" charset="0"/>
                <a:ea typeface="Fira Code Medium" pitchFamily="49" charset="0"/>
                <a:cs typeface="Fira Code Medium" pitchFamily="49" charset="0"/>
              </a:rPr>
              <a:t>A&lt;x&lt;B</a:t>
            </a:r>
          </a:p>
          <a:p>
            <a:pPr algn="dist"/>
            <a:r>
              <a:rPr kumimoji="1" lang="en-US" altLang="ko-Kore-KR" sz="9600" spc="600" dirty="0" err="1">
                <a:solidFill>
                  <a:schemeClr val="bg1">
                    <a:lumMod val="95000"/>
                  </a:schemeClr>
                </a:solidFill>
                <a:latin typeface="Fira Code Medium" pitchFamily="49" charset="0"/>
                <a:ea typeface="Fira Code Medium" pitchFamily="49" charset="0"/>
                <a:cs typeface="Fira Code Medium" pitchFamily="49" charset="0"/>
              </a:rPr>
              <a:t>A≤x</a:t>
            </a:r>
            <a:r>
              <a:rPr kumimoji="1" lang="en-US" altLang="ko-Kore-KR" sz="9600" spc="600" dirty="0">
                <a:solidFill>
                  <a:schemeClr val="bg1">
                    <a:lumMod val="95000"/>
                  </a:schemeClr>
                </a:solidFill>
                <a:latin typeface="Fira Code Medium" pitchFamily="49" charset="0"/>
                <a:ea typeface="Fira Code Medium" pitchFamily="49" charset="0"/>
                <a:cs typeface="Fira Code Medium" pitchFamily="49" charset="0"/>
              </a:rPr>
              <a:t>&lt;B</a:t>
            </a:r>
          </a:p>
          <a:p>
            <a:pPr algn="dist"/>
            <a:r>
              <a:rPr kumimoji="1" lang="en-US" altLang="ko-Kore-KR" sz="9600" spc="600" dirty="0">
                <a:solidFill>
                  <a:schemeClr val="bg1">
                    <a:lumMod val="95000"/>
                  </a:schemeClr>
                </a:solidFill>
                <a:latin typeface="Fira Code Medium" pitchFamily="49" charset="0"/>
                <a:ea typeface="Fira Code Medium" pitchFamily="49" charset="0"/>
                <a:cs typeface="Fira Code Medium" pitchFamily="49" charset="0"/>
              </a:rPr>
              <a:t>A&lt;</a:t>
            </a:r>
            <a:r>
              <a:rPr kumimoji="1" lang="en-US" altLang="ko-Kore-KR" sz="9600" spc="600" dirty="0" err="1">
                <a:solidFill>
                  <a:schemeClr val="bg1">
                    <a:lumMod val="95000"/>
                  </a:schemeClr>
                </a:solidFill>
                <a:latin typeface="Fira Code Medium" pitchFamily="49" charset="0"/>
                <a:ea typeface="Fira Code Medium" pitchFamily="49" charset="0"/>
                <a:cs typeface="Fira Code Medium" pitchFamily="49" charset="0"/>
              </a:rPr>
              <a:t>x≤B</a:t>
            </a:r>
            <a:endParaRPr kumimoji="1" lang="en-US" altLang="ko-Kore-KR" sz="9600" spc="600" dirty="0">
              <a:solidFill>
                <a:schemeClr val="bg1">
                  <a:lumMod val="95000"/>
                </a:schemeClr>
              </a:solidFill>
              <a:latin typeface="Fira Code Medium" pitchFamily="49" charset="0"/>
              <a:ea typeface="Fira Code Medium" pitchFamily="49" charset="0"/>
              <a:cs typeface="Fira Code Medium" pitchFamily="49" charset="0"/>
            </a:endParaRPr>
          </a:p>
          <a:p>
            <a:pPr algn="dist"/>
            <a:r>
              <a:rPr kumimoji="1" lang="en-US" altLang="ko-Kore-KR" sz="9600" spc="600" dirty="0" err="1">
                <a:solidFill>
                  <a:schemeClr val="bg1">
                    <a:lumMod val="95000"/>
                  </a:schemeClr>
                </a:solidFill>
                <a:latin typeface="Fira Code Medium" pitchFamily="49" charset="0"/>
                <a:ea typeface="Fira Code Medium" pitchFamily="49" charset="0"/>
                <a:cs typeface="Fira Code Medium" pitchFamily="49" charset="0"/>
              </a:rPr>
              <a:t>A≤x≤B</a:t>
            </a:r>
            <a:endParaRPr kumimoji="1" lang="en-US" altLang="ko-Kore-KR" sz="9600" spc="600" dirty="0">
              <a:solidFill>
                <a:schemeClr val="bg1">
                  <a:lumMod val="95000"/>
                </a:schemeClr>
              </a:solidFill>
              <a:latin typeface="Fira Code Medium" pitchFamily="49" charset="0"/>
              <a:ea typeface="Fira Code Medium" pitchFamily="49" charset="0"/>
              <a:cs typeface="Fira Code Medium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128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25DCA6-438C-95F4-E1B0-4B97F91CEF5F}"/>
              </a:ext>
            </a:extLst>
          </p:cNvPr>
          <p:cNvSpPr txBox="1"/>
          <p:nvPr/>
        </p:nvSpPr>
        <p:spPr>
          <a:xfrm>
            <a:off x="2679392" y="4011221"/>
            <a:ext cx="9879628" cy="21359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ko-Kore-KR" sz="1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endParaRPr kumimoji="1" lang="ko-Kore-KR" altLang="en-US" sz="16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0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047345-89D6-D510-8344-55E2B0FB0ABC}"/>
              </a:ext>
            </a:extLst>
          </p:cNvPr>
          <p:cNvSpPr txBox="1"/>
          <p:nvPr/>
        </p:nvSpPr>
        <p:spPr>
          <a:xfrm>
            <a:off x="4461931" y="3452257"/>
            <a:ext cx="6314549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23900" dirty="0"/>
              <a:t>💼🧑🏻‍💻</a:t>
            </a:r>
          </a:p>
        </p:txBody>
      </p:sp>
    </p:spTree>
    <p:extLst>
      <p:ext uri="{BB962C8B-B14F-4D97-AF65-F5344CB8AC3E}">
        <p14:creationId xmlns:p14="http://schemas.microsoft.com/office/powerpoint/2010/main" val="3169621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B7C3B3-A071-2873-F7B9-24C146632C6A}"/>
              </a:ext>
            </a:extLst>
          </p:cNvPr>
          <p:cNvSpPr txBox="1"/>
          <p:nvPr/>
        </p:nvSpPr>
        <p:spPr>
          <a:xfrm>
            <a:off x="1765680" y="3925044"/>
            <a:ext cx="1170705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BM DoHyeon OTF" panose="020B0600000101010101" pitchFamily="34" charset="-127"/>
                <a:ea typeface="BM DoHyeon OTF" panose="020B0600000101010101" pitchFamily="34" charset="-127"/>
              </a:rPr>
              <a:t>본</a:t>
            </a:r>
            <a:r>
              <a:rPr kumimoji="1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BM DoHyeon OTF" panose="020B0600000101010101" pitchFamily="34" charset="-127"/>
                <a:ea typeface="BM DoHyeon OTF" panose="020B0600000101010101" pitchFamily="34" charset="-127"/>
              </a:rPr>
              <a:t> 것을 </a:t>
            </a:r>
            <a:r>
              <a:rPr kumimoji="1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BM DoHyeon OTF" panose="020B0600000101010101" pitchFamily="34" charset="-127"/>
                <a:ea typeface="BM DoHyeon OTF" panose="020B0600000101010101" pitchFamily="34" charset="-127"/>
              </a:rPr>
              <a:t>본대로</a:t>
            </a:r>
            <a:r>
              <a:rPr kumimoji="1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BM DoHyeon OTF" panose="020B0600000101010101" pitchFamily="34" charset="-127"/>
                <a:ea typeface="BM DoHyeon OTF" panose="020B0600000101010101" pitchFamily="34" charset="-127"/>
              </a:rPr>
              <a:t> 보고하라</a:t>
            </a:r>
            <a:endParaRPr kumimoji="1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BM DoHyeon OTF" panose="020B0600000101010101" pitchFamily="34" charset="-127"/>
              <a:ea typeface="BM DoHyeon OTF" panose="020B0600000101010101" pitchFamily="34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200" dirty="0">
                <a:solidFill>
                  <a:schemeClr val="bg1">
                    <a:lumMod val="95000"/>
                  </a:schemeClr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들은 것을 </a:t>
            </a:r>
            <a:r>
              <a:rPr kumimoji="1" lang="ko-KR" altLang="en-US" sz="7200" dirty="0" err="1">
                <a:solidFill>
                  <a:schemeClr val="bg1">
                    <a:lumMod val="95000"/>
                  </a:schemeClr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들은대로</a:t>
            </a:r>
            <a:r>
              <a:rPr kumimoji="1" lang="ko-KR" altLang="en-US" sz="7200" dirty="0">
                <a:solidFill>
                  <a:schemeClr val="bg1">
                    <a:lumMod val="95000"/>
                  </a:schemeClr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 보고하라</a:t>
            </a:r>
            <a:endParaRPr kumimoji="1" lang="ko-Kore-KR" altLang="en-US" sz="7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84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8A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117889-799C-EA7A-175F-38036BACD46D}"/>
              </a:ext>
            </a:extLst>
          </p:cNvPr>
          <p:cNvSpPr txBox="1"/>
          <p:nvPr/>
        </p:nvSpPr>
        <p:spPr>
          <a:xfrm>
            <a:off x="3173117" y="3971210"/>
            <a:ext cx="889217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3800" b="1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Fira Code SemiBold" pitchFamily="49" charset="0"/>
                <a:cs typeface="Fira Code SemiBold" pitchFamily="49" charset="0"/>
              </a:rPr>
              <a:t>Rosemary</a:t>
            </a:r>
            <a:endParaRPr kumimoji="1" lang="ko-Kore-KR" altLang="en-US" sz="13800" b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Fira Code SemiBold" pitchFamily="49" charset="0"/>
              <a:cs typeface="Fira Code SemiBold" pitchFamily="49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39C2B9E-E557-D932-A0D5-DFDFC0008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921672">
            <a:off x="9232547" y="2960376"/>
            <a:ext cx="3107313" cy="645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10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8A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67B64B0-7AA4-A4E4-2BD9-BF5C1CCCDEA3}"/>
              </a:ext>
            </a:extLst>
          </p:cNvPr>
          <p:cNvSpPr txBox="1"/>
          <p:nvPr/>
        </p:nvSpPr>
        <p:spPr>
          <a:xfrm>
            <a:off x="2813237" y="5221256"/>
            <a:ext cx="435247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ore-KR" sz="6600" b="1" dirty="0" err="1">
                <a:solidFill>
                  <a:schemeClr val="bg1">
                    <a:lumMod val="95000"/>
                  </a:schemeClr>
                </a:solidFill>
                <a:latin typeface="Fira Code SemiBold" pitchFamily="49" charset="0"/>
                <a:ea typeface="Fira Code SemiBold" pitchFamily="49" charset="0"/>
                <a:cs typeface="Fira Code SemiBold" pitchFamily="49" charset="0"/>
              </a:rPr>
              <a:t>readLine</a:t>
            </a:r>
            <a:endParaRPr kumimoji="1" lang="ko-Kore-KR" altLang="en-US" sz="6600" b="1" dirty="0">
              <a:solidFill>
                <a:schemeClr val="bg1">
                  <a:lumMod val="95000"/>
                </a:schemeClr>
              </a:solidFill>
              <a:latin typeface="Fira Code SemiBold" pitchFamily="49" charset="0"/>
              <a:cs typeface="Fira Code SemiBold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344506-B655-E711-CE99-93050130A6E0}"/>
              </a:ext>
            </a:extLst>
          </p:cNvPr>
          <p:cNvSpPr txBox="1"/>
          <p:nvPr/>
        </p:nvSpPr>
        <p:spPr>
          <a:xfrm>
            <a:off x="8072703" y="6329252"/>
            <a:ext cx="33105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ore-KR" sz="6600" b="1" dirty="0">
                <a:solidFill>
                  <a:schemeClr val="bg1">
                    <a:lumMod val="95000"/>
                  </a:schemeClr>
                </a:solidFill>
                <a:latin typeface="Fira Code SemiBold" pitchFamily="49" charset="0"/>
                <a:ea typeface="Fira Code SemiBold" pitchFamily="49" charset="0"/>
                <a:cs typeface="Fira Code SemiBold" pitchFamily="49" charset="0"/>
              </a:rPr>
              <a:t>stride</a:t>
            </a:r>
            <a:endParaRPr kumimoji="1" lang="ko-Kore-KR" altLang="en-US" sz="6600" b="1" dirty="0">
              <a:solidFill>
                <a:schemeClr val="bg1">
                  <a:lumMod val="95000"/>
                </a:schemeClr>
              </a:solidFill>
              <a:latin typeface="Fira Code SemiBold" pitchFamily="49" charset="0"/>
              <a:cs typeface="Fira Code SemiBold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C9968-6CF7-5A86-27BF-B6F72EE72CA8}"/>
              </a:ext>
            </a:extLst>
          </p:cNvPr>
          <p:cNvSpPr txBox="1"/>
          <p:nvPr/>
        </p:nvSpPr>
        <p:spPr>
          <a:xfrm>
            <a:off x="5435769" y="3382295"/>
            <a:ext cx="747832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ore-KR" sz="6600" b="1" dirty="0" err="1">
                <a:solidFill>
                  <a:schemeClr val="bg1">
                    <a:lumMod val="95000"/>
                  </a:schemeClr>
                </a:solidFill>
                <a:latin typeface="Fira Code SemiBold" pitchFamily="49" charset="0"/>
                <a:ea typeface="Fira Code SemiBold" pitchFamily="49" charset="0"/>
                <a:cs typeface="Fira Code SemiBold" pitchFamily="49" charset="0"/>
              </a:rPr>
              <a:t>unicodeScalars</a:t>
            </a:r>
            <a:endParaRPr kumimoji="1" lang="ko-Kore-KR" altLang="en-US" sz="6600" b="1" dirty="0">
              <a:solidFill>
                <a:schemeClr val="bg1">
                  <a:lumMod val="95000"/>
                </a:schemeClr>
              </a:solidFill>
              <a:latin typeface="Fira Code SemiBold" pitchFamily="49" charset="0"/>
              <a:cs typeface="Fira Code SemiBold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2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8A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Logo">
            <a:extLst>
              <a:ext uri="{FF2B5EF4-FFF2-40B4-BE49-F238E27FC236}">
                <a16:creationId xmlns:a16="http://schemas.microsoft.com/office/drawing/2014/main" id="{0CA06E4B-ED7E-7526-6876-8EC8B67D4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991" y="3444670"/>
            <a:ext cx="12014429" cy="275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wift Logo transparent PNG - StickPNG">
            <a:extLst>
              <a:ext uri="{FF2B5EF4-FFF2-40B4-BE49-F238E27FC236}">
                <a16:creationId xmlns:a16="http://schemas.microsoft.com/office/drawing/2014/main" id="{21A6326A-6732-0CA2-83D4-4B49A8245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859" y="4830172"/>
            <a:ext cx="2771006" cy="277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060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354</TotalTime>
  <Words>36</Words>
  <Application>Microsoft Macintosh PowerPoint</Application>
  <PresentationFormat>사용자 지정</PresentationFormat>
  <Paragraphs>14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BM DoHyeon OTF</vt:lpstr>
      <vt:lpstr>Arial</vt:lpstr>
      <vt:lpstr>Calibri</vt:lpstr>
      <vt:lpstr>Calibri Light</vt:lpstr>
      <vt:lpstr>Fira Code Medium</vt:lpstr>
      <vt:lpstr>Fira Code SemiBold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mso5510</cp:lastModifiedBy>
  <cp:revision>2</cp:revision>
  <dcterms:created xsi:type="dcterms:W3CDTF">2022-07-02T06:01:14Z</dcterms:created>
  <dcterms:modified xsi:type="dcterms:W3CDTF">2022-07-02T13:03:07Z</dcterms:modified>
</cp:coreProperties>
</file>